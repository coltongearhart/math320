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553"/>
  </p:normalViewPr>
  <p:slideViewPr>
    <p:cSldViewPr snapToGrid="0">
      <p:cViewPr varScale="1">
        <p:scale>
          <a:sx n="117" d="100"/>
          <a:sy n="117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DF0-ABC1-2124-3470-A60F30C7C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AAFB7-BDC2-2DCB-6190-091F9A9ED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0C6B2-A769-9AC8-D8F8-29A21FCB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A077-B891-E254-231D-D0FE5341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0FE0-D5A0-6EBD-31DA-8FAD96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E97-0571-2868-627F-23F9574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1AC4-9EEB-96CB-63A9-4E29B7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8F74-B41F-353B-494C-9D32CBEC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6131-6465-7726-5232-A334DCCE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32CA-522B-196D-AC8F-565F4AD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0A37-9114-497D-051A-8C88C10E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6ADF-543E-8B3A-323B-E1C976FC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B7CD9-D670-C579-6F52-37305648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6E74-3AF5-F571-89AB-BB43EF8C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5E73-A1CE-FF3E-BF2E-A939C22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3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2226-3657-8D17-CFA1-AD913E97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E00E-EE24-2514-CB7F-7D5CCBC92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C699-8AD6-B82D-FA78-16E7920A5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C99BF-D5BA-FBBB-0A6B-FD2AAFE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B2784-9C84-C149-64AB-B08B011D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B16F7-F142-527E-66A9-AA92B431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E596-E575-83C7-BB61-BA2565E9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A24E-05FC-3D9F-10C0-3FA4A14DF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3FF1C-3223-54DC-A79E-19DD9AADC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D90F-3D4F-7DBF-2AE7-FBC988D8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06BE-A556-BAB4-F6E9-C20B3C28C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E6C1A-ACDA-DD8E-2AD0-DB2E388B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82961-5B5E-ED6F-9571-D388AEE2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9D41A-E576-0B78-0528-A3385CD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5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5720-2AF2-1E68-5CD1-3562F294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59E55-430F-FDCF-4181-584BFE4A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E444-5843-105C-C6CF-1F9C24B1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38A4-785C-B1D9-A0C0-E45FE5F3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0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2AC7C-1036-57CF-4210-D16B265E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3DFBF-A6FC-DF60-8A02-3B9BE3D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D91E-9643-A14A-2B6C-83618C6F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9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CB34-0034-0241-010B-497436EE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5EC8-B594-239F-8645-10AF3E1C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A6A3-596D-F326-B2A9-C3B97798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84559-2623-9D81-94DB-9ED95DA5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F1C2-63FB-2B0C-41A8-48AFC913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57411-8317-6099-06AF-C07B5C7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908-6347-A1F3-397F-4F2E277F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DE850-4E01-53A6-B545-025AE5FF3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B4F4-62C3-94CA-2F91-AA5FB91D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719D-77F1-3703-C181-B1939704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564A-CBF3-59AC-F7EA-9A920483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23140-4880-B40E-EE80-40C7B237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5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1219-5EB9-FB6E-1FE9-54BCDD0B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69202-E18F-3F30-5C4A-C9A36465F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0BC3-0FAF-D0FB-385F-DCCD5C59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E59E-8F4F-1A17-2594-8BE2676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BCE1-5BA2-A6FB-D27A-AB496177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B5B7A-6233-678D-DAC0-6AA0BD98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98347-782E-3338-6A9A-D90BFA68B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9D71-89B3-DDB7-0AEC-68009B7C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9BEC-83CA-6D83-71CC-E4463C1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60BD-9ABE-F36C-E246-23308220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3CDC-4105-8C29-BC05-76CDFFF7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64CE-F44B-D4F8-846C-C0D013397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0C45-C901-0297-5266-C6B9C6248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4691-B06D-B84F-8476-2BEB024CAA4E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4EFA-CF7E-750A-1CA8-F2E93937B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8EAD-FB4D-7B38-9882-E8B02009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3A40B7E-F9E3-5078-4F21-3ED228D76173}"/>
              </a:ext>
            </a:extLst>
          </p:cNvPr>
          <p:cNvGrpSpPr/>
          <p:nvPr/>
        </p:nvGrpSpPr>
        <p:grpSpPr>
          <a:xfrm>
            <a:off x="2229660" y="849047"/>
            <a:ext cx="7276511" cy="4897989"/>
            <a:chOff x="2316746" y="141475"/>
            <a:chExt cx="7276511" cy="489798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049E30C-FD78-7982-2EA7-8C19CCD1CB17}"/>
                </a:ext>
              </a:extLst>
            </p:cNvPr>
            <p:cNvGrpSpPr/>
            <p:nvPr/>
          </p:nvGrpSpPr>
          <p:grpSpPr>
            <a:xfrm>
              <a:off x="2316746" y="1613117"/>
              <a:ext cx="1685799" cy="2462213"/>
              <a:chOff x="2224585" y="1376112"/>
              <a:chExt cx="1685799" cy="2462213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194C7790-0AA4-EE09-8B0A-052F1B09A8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4585" y="1533235"/>
                <a:ext cx="1172555" cy="1032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D7BB1CC-165E-4197-957E-3C3EB0ECF0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4585" y="2565779"/>
                <a:ext cx="1086955" cy="10571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EBD33DF-9D7F-D475-146C-DC9C1CD0817B}"/>
                  </a:ext>
                </a:extLst>
              </p:cNvPr>
              <p:cNvSpPr txBox="1"/>
              <p:nvPr/>
            </p:nvSpPr>
            <p:spPr>
              <a:xfrm>
                <a:off x="3482062" y="1376112"/>
                <a:ext cx="428322" cy="2462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DDD2433-001B-D992-3D38-4F08845DA453}"/>
                  </a:ext>
                </a:extLst>
              </p:cNvPr>
              <p:cNvSpPr txBox="1"/>
              <p:nvPr/>
            </p:nvSpPr>
            <p:spPr>
              <a:xfrm>
                <a:off x="2542245" y="1591557"/>
                <a:ext cx="43633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CFF2EF-6998-B2FB-A719-9218E3C6E3DF}"/>
                </a:ext>
              </a:extLst>
            </p:cNvPr>
            <p:cNvGrpSpPr/>
            <p:nvPr/>
          </p:nvGrpSpPr>
          <p:grpSpPr>
            <a:xfrm>
              <a:off x="4006417" y="494625"/>
              <a:ext cx="2602780" cy="2292024"/>
              <a:chOff x="4006417" y="494625"/>
              <a:chExt cx="2602780" cy="2292024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DA0ED0DE-2F23-ECD2-BCA4-3E0DDF9FE7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6417" y="1253979"/>
                <a:ext cx="814920" cy="4246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C33DEC5A-DFCF-62E1-17A9-31E1CCE5F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6417" y="1678674"/>
                <a:ext cx="866957" cy="2971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6F9C61-174A-42A0-6203-7F239E39CF88}"/>
                  </a:ext>
                </a:extLst>
              </p:cNvPr>
              <p:cNvSpPr txBox="1"/>
              <p:nvPr/>
            </p:nvSpPr>
            <p:spPr>
              <a:xfrm>
                <a:off x="4821337" y="1162413"/>
                <a:ext cx="4283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 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397364-F86F-836C-77AF-18A348CA8BFE}"/>
                  </a:ext>
                </a:extLst>
              </p:cNvPr>
              <p:cNvSpPr txBox="1"/>
              <p:nvPr/>
            </p:nvSpPr>
            <p:spPr>
              <a:xfrm>
                <a:off x="4196752" y="1061628"/>
                <a:ext cx="436338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FF6C1F3-2148-2385-9F04-AC550CA753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5955" y="676141"/>
                <a:ext cx="814920" cy="4246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0CE6B87-0685-4AA3-E027-D2A52A950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5955" y="1100836"/>
                <a:ext cx="866957" cy="2971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8076FA-B550-2EBF-0908-CFDC788DB143}"/>
                  </a:ext>
                </a:extLst>
              </p:cNvPr>
              <p:cNvSpPr txBox="1"/>
              <p:nvPr/>
            </p:nvSpPr>
            <p:spPr>
              <a:xfrm>
                <a:off x="6180875" y="584575"/>
                <a:ext cx="4283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 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60D30E-1D47-C0EC-6A88-FDBCE81441E1}"/>
                  </a:ext>
                </a:extLst>
              </p:cNvPr>
              <p:cNvSpPr txBox="1"/>
              <p:nvPr/>
            </p:nvSpPr>
            <p:spPr>
              <a:xfrm>
                <a:off x="5665550" y="494625"/>
                <a:ext cx="436338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43038F0-0F74-B006-881E-434841B4F4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5955" y="1770240"/>
                <a:ext cx="814920" cy="4246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E824868-E0E7-2FF0-3615-7E5B615C0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5955" y="2194935"/>
                <a:ext cx="866957" cy="2971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2DB446A-07B6-069B-1ED2-0A782BC32F8D}"/>
                  </a:ext>
                </a:extLst>
              </p:cNvPr>
              <p:cNvSpPr txBox="1"/>
              <p:nvPr/>
            </p:nvSpPr>
            <p:spPr>
              <a:xfrm>
                <a:off x="6180875" y="1678674"/>
                <a:ext cx="4283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 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0E5E32-BA9D-3B73-70A8-8D09D7A9BB1C}"/>
                  </a:ext>
                </a:extLst>
              </p:cNvPr>
              <p:cNvSpPr txBox="1"/>
              <p:nvPr/>
            </p:nvSpPr>
            <p:spPr>
              <a:xfrm>
                <a:off x="5653436" y="1617098"/>
                <a:ext cx="436338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49E08AA-183A-360E-9B1C-65E8B7398E9C}"/>
                </a:ext>
              </a:extLst>
            </p:cNvPr>
            <p:cNvGrpSpPr/>
            <p:nvPr/>
          </p:nvGrpSpPr>
          <p:grpSpPr>
            <a:xfrm>
              <a:off x="4006417" y="2747440"/>
              <a:ext cx="2602780" cy="2292024"/>
              <a:chOff x="4006417" y="494625"/>
              <a:chExt cx="2602780" cy="2292024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7747A85-F702-1AFE-6AF5-9580ADD7DE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6417" y="1253979"/>
                <a:ext cx="814920" cy="4246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35A88D8-F842-377A-7226-9FD49F688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6417" y="1678674"/>
                <a:ext cx="866957" cy="2971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E77A4C-9BA3-7B7F-670B-4ACFE02D05C9}"/>
                  </a:ext>
                </a:extLst>
              </p:cNvPr>
              <p:cNvSpPr txBox="1"/>
              <p:nvPr/>
            </p:nvSpPr>
            <p:spPr>
              <a:xfrm>
                <a:off x="4821337" y="1162413"/>
                <a:ext cx="4283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 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A27B58-FCBB-7375-7421-81ADD1404C38}"/>
                  </a:ext>
                </a:extLst>
              </p:cNvPr>
              <p:cNvSpPr txBox="1"/>
              <p:nvPr/>
            </p:nvSpPr>
            <p:spPr>
              <a:xfrm>
                <a:off x="4196752" y="1061628"/>
                <a:ext cx="436338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179062D-37EA-B013-CCFE-4CA36734ED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5955" y="676141"/>
                <a:ext cx="814920" cy="4246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097D867-6F43-F15F-CCCF-0E9A59666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5955" y="1100836"/>
                <a:ext cx="866957" cy="2971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E24F154-7128-F6DC-5C90-A33EC7EF87B0}"/>
                  </a:ext>
                </a:extLst>
              </p:cNvPr>
              <p:cNvSpPr txBox="1"/>
              <p:nvPr/>
            </p:nvSpPr>
            <p:spPr>
              <a:xfrm>
                <a:off x="6180875" y="584575"/>
                <a:ext cx="4283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 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1AC156-B005-4ECA-1264-DCB89A411436}"/>
                  </a:ext>
                </a:extLst>
              </p:cNvPr>
              <p:cNvSpPr txBox="1"/>
              <p:nvPr/>
            </p:nvSpPr>
            <p:spPr>
              <a:xfrm>
                <a:off x="5665550" y="494625"/>
                <a:ext cx="436338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27A5799-BB4E-D297-68AA-48BE7D152B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5955" y="1770240"/>
                <a:ext cx="814920" cy="4246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6F4EFD80-D68C-F5B3-0F1A-6ECC646A43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5955" y="2194935"/>
                <a:ext cx="866957" cy="2971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A42FD6-008A-69B0-5BD5-C904D958191E}"/>
                  </a:ext>
                </a:extLst>
              </p:cNvPr>
              <p:cNvSpPr txBox="1"/>
              <p:nvPr/>
            </p:nvSpPr>
            <p:spPr>
              <a:xfrm>
                <a:off x="6180875" y="1678674"/>
                <a:ext cx="42832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 M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~M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8E05A9-98A0-2B27-2588-FA328028F529}"/>
                  </a:ext>
                </a:extLst>
              </p:cNvPr>
              <p:cNvSpPr txBox="1"/>
              <p:nvPr/>
            </p:nvSpPr>
            <p:spPr>
              <a:xfrm>
                <a:off x="5653436" y="1617098"/>
                <a:ext cx="436338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1/5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4/5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39B436-4484-4FEB-BFD0-D7BBC3AAA552}"/>
                </a:ext>
              </a:extLst>
            </p:cNvPr>
            <p:cNvSpPr txBox="1"/>
            <p:nvPr/>
          </p:nvSpPr>
          <p:spPr>
            <a:xfrm>
              <a:off x="2852575" y="141476"/>
              <a:ext cx="7331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/>
                <a:t>1</a:t>
              </a:r>
              <a:r>
                <a:rPr lang="en-US" sz="1400" u="sng" baseline="30000" dirty="0"/>
                <a:t>st</a:t>
              </a:r>
              <a:r>
                <a:rPr lang="en-US" sz="1400" u="sng" dirty="0"/>
                <a:t> Shot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586763-3B34-81A7-0F95-EDFA9933F354}"/>
                </a:ext>
              </a:extLst>
            </p:cNvPr>
            <p:cNvSpPr txBox="1"/>
            <p:nvPr/>
          </p:nvSpPr>
          <p:spPr>
            <a:xfrm>
              <a:off x="4349943" y="141476"/>
              <a:ext cx="772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/>
                <a:t>2</a:t>
              </a:r>
              <a:r>
                <a:rPr lang="en-US" sz="1400" u="sng" baseline="30000" dirty="0"/>
                <a:t>nd</a:t>
              </a:r>
              <a:r>
                <a:rPr lang="en-US" sz="1400" u="sng" dirty="0"/>
                <a:t> Shot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6F5383-ECF1-188C-6206-FF4DA3F3873B}"/>
                </a:ext>
              </a:extLst>
            </p:cNvPr>
            <p:cNvSpPr txBox="1"/>
            <p:nvPr/>
          </p:nvSpPr>
          <p:spPr>
            <a:xfrm>
              <a:off x="5733763" y="141476"/>
              <a:ext cx="7905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/>
                <a:t>3</a:t>
              </a:r>
              <a:r>
                <a:rPr lang="en-US" sz="1400" u="sng" baseline="30000" dirty="0"/>
                <a:t>rd</a:t>
              </a:r>
              <a:r>
                <a:rPr lang="en-US" sz="1400" u="sng" dirty="0"/>
                <a:t>  Shot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F2A72F-D104-4BE4-BAA2-422549277E29}"/>
                </a:ext>
              </a:extLst>
            </p:cNvPr>
            <p:cNvSpPr txBox="1"/>
            <p:nvPr/>
          </p:nvSpPr>
          <p:spPr>
            <a:xfrm>
              <a:off x="6661756" y="141476"/>
              <a:ext cx="8574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/>
                <a:t>Outcome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9E1200-1B85-5C12-E573-207A65D2138F}"/>
                </a:ext>
              </a:extLst>
            </p:cNvPr>
            <p:cNvSpPr txBox="1"/>
            <p:nvPr/>
          </p:nvSpPr>
          <p:spPr>
            <a:xfrm>
              <a:off x="6745909" y="563032"/>
              <a:ext cx="726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 M 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F6B78B-9C54-696C-8894-E63A7C3CC104}"/>
                </a:ext>
              </a:extLst>
            </p:cNvPr>
            <p:cNvSpPr txBox="1"/>
            <p:nvPr/>
          </p:nvSpPr>
          <p:spPr>
            <a:xfrm>
              <a:off x="6745907" y="1151594"/>
              <a:ext cx="8162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 M ~M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5BEE47-E9CF-38BC-7295-05DDD73A3007}"/>
                </a:ext>
              </a:extLst>
            </p:cNvPr>
            <p:cNvSpPr txBox="1"/>
            <p:nvPr/>
          </p:nvSpPr>
          <p:spPr>
            <a:xfrm>
              <a:off x="6745905" y="1740156"/>
              <a:ext cx="8162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 ~M 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D4240E-9DB3-B88C-FD11-B12ED015451E}"/>
                </a:ext>
              </a:extLst>
            </p:cNvPr>
            <p:cNvSpPr txBox="1"/>
            <p:nvPr/>
          </p:nvSpPr>
          <p:spPr>
            <a:xfrm>
              <a:off x="6745906" y="2328718"/>
              <a:ext cx="9060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 ~M ~M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79F192-1A67-8253-3F27-9FDBF53DFA9F}"/>
                </a:ext>
              </a:extLst>
            </p:cNvPr>
            <p:cNvSpPr txBox="1"/>
            <p:nvPr/>
          </p:nvSpPr>
          <p:spPr>
            <a:xfrm>
              <a:off x="6745903" y="2917280"/>
              <a:ext cx="8162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~M M 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8C3B32-4451-3AC4-6B66-8B449C0FFCD1}"/>
                </a:ext>
              </a:extLst>
            </p:cNvPr>
            <p:cNvSpPr txBox="1"/>
            <p:nvPr/>
          </p:nvSpPr>
          <p:spPr>
            <a:xfrm>
              <a:off x="6745904" y="3505842"/>
              <a:ext cx="9060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~M M ~M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1576BE-7E21-CD81-6486-5CE15C856C02}"/>
                </a:ext>
              </a:extLst>
            </p:cNvPr>
            <p:cNvSpPr txBox="1"/>
            <p:nvPr/>
          </p:nvSpPr>
          <p:spPr>
            <a:xfrm>
              <a:off x="6745909" y="4094404"/>
              <a:ext cx="9060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~M ~M 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4BC585-7C81-9A24-D926-EBE0A0387A1F}"/>
                </a:ext>
              </a:extLst>
            </p:cNvPr>
            <p:cNvSpPr txBox="1"/>
            <p:nvPr/>
          </p:nvSpPr>
          <p:spPr>
            <a:xfrm>
              <a:off x="6745908" y="4682969"/>
              <a:ext cx="9957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~M ~M ~M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826D46-0824-7D65-5B3D-6D35865CAF22}"/>
                </a:ext>
              </a:extLst>
            </p:cNvPr>
            <p:cNvSpPr txBox="1"/>
            <p:nvPr/>
          </p:nvSpPr>
          <p:spPr>
            <a:xfrm>
              <a:off x="7731529" y="141476"/>
              <a:ext cx="969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/>
                <a:t># Makes, </a:t>
              </a:r>
              <a:r>
                <a:rPr lang="en-US" sz="1400" i="1" u="sng" dirty="0"/>
                <a:t>X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61897-F0B3-5C68-2C1F-418389D25FE8}"/>
                </a:ext>
              </a:extLst>
            </p:cNvPr>
            <p:cNvSpPr txBox="1"/>
            <p:nvPr/>
          </p:nvSpPr>
          <p:spPr>
            <a:xfrm>
              <a:off x="8617990" y="141475"/>
              <a:ext cx="9752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/>
                <a:t>Probability</a:t>
              </a:r>
              <a:endParaRPr lang="en-US" sz="1400" i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405134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89</Words>
  <Application>Microsoft Macintosh PowerPoint</Application>
  <PresentationFormat>Widescreen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Rae</dc:creator>
  <cp:lastModifiedBy>Gearhart, Colton Rae</cp:lastModifiedBy>
  <cp:revision>16</cp:revision>
  <dcterms:created xsi:type="dcterms:W3CDTF">2023-08-09T00:30:28Z</dcterms:created>
  <dcterms:modified xsi:type="dcterms:W3CDTF">2023-10-22T15:20:14Z</dcterms:modified>
</cp:coreProperties>
</file>