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55"/>
  </p:normalViewPr>
  <p:slideViewPr>
    <p:cSldViewPr snapToGrid="0">
      <p:cViewPr varScale="1">
        <p:scale>
          <a:sx n="89" d="100"/>
          <a:sy n="89" d="100"/>
        </p:scale>
        <p:origin x="89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DF0-ABC1-2124-3470-A60F30C7C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AAFB7-BDC2-2DCB-6190-091F9A9ED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0C6B2-A769-9AC8-D8F8-29A21FCB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6A077-B891-E254-231D-D0FE5341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D0FE0-D5A0-6EBD-31DA-8FAD9600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6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EE97-0571-2868-627F-23F95747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D1AC4-9EEB-96CB-63A9-4E29B7CA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D8F74-B41F-353B-494C-9D32CBECD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D6131-6465-7726-5232-A334DCCE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B32CA-522B-196D-AC8F-565F4ADF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0A37-9114-497D-051A-8C88C10E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06ADF-543E-8B3A-323B-E1C976FCE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B7CD9-D670-C579-6F52-37305648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D6E74-3AF5-F571-89AB-BB43EF8C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5E73-A1CE-FF3E-BF2E-A939C22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3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2226-3657-8D17-CFA1-AD913E97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E00E-EE24-2514-CB7F-7D5CCBC92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C699-8AD6-B82D-FA78-16E7920A5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C99BF-D5BA-FBBB-0A6B-FD2AAFED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B2784-9C84-C149-64AB-B08B011D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B16F7-F142-527E-66A9-AA92B431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95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E596-E575-83C7-BB61-BA2565E9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A24E-05FC-3D9F-10C0-3FA4A14DF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3FF1C-3223-54DC-A79E-19DD9AADC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DD90F-3D4F-7DBF-2AE7-FBC988D8D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B06BE-A556-BAB4-F6E9-C20B3C28C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E6C1A-ACDA-DD8E-2AD0-DB2E388B3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82961-5B5E-ED6F-9571-D388AEE2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9D41A-E576-0B78-0528-A3385CD2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5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5720-2AF2-1E68-5CD1-3562F294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59E55-430F-FDCF-4181-584BFE4A0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E444-5843-105C-C6CF-1F9C24B1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138A4-785C-B1D9-A0C0-E45FE5F3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0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2AC7C-1036-57CF-4210-D16B265E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3DFBF-A6FC-DF60-8A02-3B9BE3D4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FD91E-9643-A14A-2B6C-83618C6F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9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CB34-0034-0241-010B-497436EE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5EC8-B594-239F-8645-10AF3E1C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0A6A3-596D-F326-B2A9-C3B97798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84559-2623-9D81-94DB-9ED95DA5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BF1C2-63FB-2B0C-41A8-48AFC913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57411-8317-6099-06AF-C07B5C71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3908-6347-A1F3-397F-4F2E277F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3DE850-4E01-53A6-B545-025AE5FF3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0B4F4-62C3-94CA-2F91-AA5FB91DE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F719D-77F1-3703-C181-B1939704E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E564A-CBF3-59AC-F7EA-9A920483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23140-4880-B40E-EE80-40C7B237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5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1219-5EB9-FB6E-1FE9-54BCDD0B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69202-E18F-3F30-5C4A-C9A36465F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00BC3-0FAF-D0FB-385F-DCCD5C59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FE59E-8F4F-1A17-2594-8BE26767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6BCE1-5BA2-A6FB-D27A-AB496177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7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B5B7A-6233-678D-DAC0-6AA0BD98D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98347-782E-3338-6A9A-D90BFA68B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99D71-89B3-DDB7-0AEC-68009B7C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59BEC-83CA-6D83-71CC-E4463C11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F60BD-9ABE-F36C-E246-23308220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1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73CDC-4105-8C29-BC05-76CDFFF7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B64CE-F44B-D4F8-846C-C0D013397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00C45-C901-0297-5266-C6B9C6248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54691-B06D-B84F-8476-2BEB024CAA4E}" type="datetimeFigureOut">
              <a:rPr lang="en-US" smtClean="0"/>
              <a:t>8/10/23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4EFA-CF7E-750A-1CA8-F2E93937B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8EAD-FB4D-7B38-9882-E8B02009F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5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03A29F-0865-EFC0-371C-99A7A97AA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709" y="1716088"/>
            <a:ext cx="2741479" cy="122713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A6AAE5F-2F37-D521-6EFD-D481FA586D89}"/>
              </a:ext>
            </a:extLst>
          </p:cNvPr>
          <p:cNvGrpSpPr/>
          <p:nvPr/>
        </p:nvGrpSpPr>
        <p:grpSpPr>
          <a:xfrm>
            <a:off x="5800725" y="2329657"/>
            <a:ext cx="3376564" cy="1685131"/>
            <a:chOff x="5800725" y="2329657"/>
            <a:chExt cx="3376564" cy="168513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19F6610-0877-EAB5-6561-862CA7AE3321}"/>
                </a:ext>
              </a:extLst>
            </p:cNvPr>
            <p:cNvGrpSpPr/>
            <p:nvPr/>
          </p:nvGrpSpPr>
          <p:grpSpPr>
            <a:xfrm>
              <a:off x="5800725" y="2586038"/>
              <a:ext cx="728663" cy="1428750"/>
              <a:chOff x="5800725" y="2586038"/>
              <a:chExt cx="728663" cy="142875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D98CE17-00CD-D374-23D3-D851067B4300}"/>
                  </a:ext>
                </a:extLst>
              </p:cNvPr>
              <p:cNvSpPr/>
              <p:nvPr/>
            </p:nvSpPr>
            <p:spPr>
              <a:xfrm>
                <a:off x="5800725" y="2586038"/>
                <a:ext cx="728663" cy="14287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  <a:r>
                  <a:rPr lang="en-US" baseline="-25000" dirty="0"/>
                  <a:t>1</a:t>
                </a:r>
                <a:endParaRPr lang="en-US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4A3E1B-9256-6BBD-EB96-AA5A0084E3A2}"/>
                  </a:ext>
                </a:extLst>
              </p:cNvPr>
              <p:cNvSpPr txBox="1"/>
              <p:nvPr/>
            </p:nvSpPr>
            <p:spPr>
              <a:xfrm>
                <a:off x="5966925" y="3115747"/>
                <a:ext cx="3962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baseline="-25000" dirty="0"/>
                  <a:t>1</a:t>
                </a:r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BE921BF-60CF-41F3-1F01-0D83C2DCB4E3}"/>
                </a:ext>
              </a:extLst>
            </p:cNvPr>
            <p:cNvGrpSpPr/>
            <p:nvPr/>
          </p:nvGrpSpPr>
          <p:grpSpPr>
            <a:xfrm>
              <a:off x="7249979" y="2586038"/>
              <a:ext cx="728663" cy="1428750"/>
              <a:chOff x="5800725" y="2586038"/>
              <a:chExt cx="728663" cy="142875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C7EA99-6A26-0F2F-34E0-CA08608EF52A}"/>
                  </a:ext>
                </a:extLst>
              </p:cNvPr>
              <p:cNvSpPr/>
              <p:nvPr/>
            </p:nvSpPr>
            <p:spPr>
              <a:xfrm>
                <a:off x="5800725" y="2586038"/>
                <a:ext cx="728663" cy="14287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  <a:r>
                  <a:rPr lang="en-US" baseline="-25000" dirty="0"/>
                  <a:t>1</a:t>
                </a:r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43F6F5-6FB5-2814-754A-E3BC4C216718}"/>
                  </a:ext>
                </a:extLst>
              </p:cNvPr>
              <p:cNvSpPr txBox="1"/>
              <p:nvPr/>
            </p:nvSpPr>
            <p:spPr>
              <a:xfrm>
                <a:off x="5966925" y="3115747"/>
                <a:ext cx="3962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baseline="-25000" dirty="0"/>
                  <a:t>3</a:t>
                </a:r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46D504-DC26-0A1D-B845-7C3C8F67288D}"/>
                </a:ext>
              </a:extLst>
            </p:cNvPr>
            <p:cNvGrpSpPr/>
            <p:nvPr/>
          </p:nvGrpSpPr>
          <p:grpSpPr>
            <a:xfrm>
              <a:off x="7978641" y="2586038"/>
              <a:ext cx="728663" cy="1428750"/>
              <a:chOff x="5800725" y="2586038"/>
              <a:chExt cx="728663" cy="142875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89EAFDA-24A0-6D5C-0FBF-E1FC2D11189E}"/>
                  </a:ext>
                </a:extLst>
              </p:cNvPr>
              <p:cNvSpPr/>
              <p:nvPr/>
            </p:nvSpPr>
            <p:spPr>
              <a:xfrm>
                <a:off x="5800725" y="2586038"/>
                <a:ext cx="728663" cy="14287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  <a:r>
                  <a:rPr lang="en-US" baseline="-25000" dirty="0"/>
                  <a:t>1</a:t>
                </a:r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F76506-0C6D-A69C-E79B-5DB9378AA18F}"/>
                  </a:ext>
                </a:extLst>
              </p:cNvPr>
              <p:cNvSpPr txBox="1"/>
              <p:nvPr/>
            </p:nvSpPr>
            <p:spPr>
              <a:xfrm>
                <a:off x="5966925" y="3115747"/>
                <a:ext cx="3962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baseline="-25000" dirty="0"/>
                  <a:t>4</a:t>
                </a:r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428F346-F06D-618C-5503-379D593C9158}"/>
                </a:ext>
              </a:extLst>
            </p:cNvPr>
            <p:cNvGrpSpPr/>
            <p:nvPr/>
          </p:nvGrpSpPr>
          <p:grpSpPr>
            <a:xfrm>
              <a:off x="6529387" y="2586038"/>
              <a:ext cx="728663" cy="1428750"/>
              <a:chOff x="5800725" y="2586038"/>
              <a:chExt cx="728663" cy="142875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8BBDE73-B421-10FA-8E5F-A3D8D0F3115E}"/>
                  </a:ext>
                </a:extLst>
              </p:cNvPr>
              <p:cNvSpPr/>
              <p:nvPr/>
            </p:nvSpPr>
            <p:spPr>
              <a:xfrm>
                <a:off x="5800725" y="2586038"/>
                <a:ext cx="728663" cy="14287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  <a:r>
                  <a:rPr lang="en-US" baseline="-25000" dirty="0"/>
                  <a:t>1</a:t>
                </a:r>
                <a:endParaRPr 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417515-6B07-C009-845F-6A52FE801F31}"/>
                  </a:ext>
                </a:extLst>
              </p:cNvPr>
              <p:cNvSpPr txBox="1"/>
              <p:nvPr/>
            </p:nvSpPr>
            <p:spPr>
              <a:xfrm>
                <a:off x="5966925" y="3115747"/>
                <a:ext cx="3962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baseline="-25000" dirty="0"/>
                  <a:t>2</a:t>
                </a:r>
                <a:endParaRPr lang="en-US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32D287-5849-E0DD-C8CE-E14D62307BD4}"/>
                </a:ext>
              </a:extLst>
            </p:cNvPr>
            <p:cNvSpPr txBox="1"/>
            <p:nvPr/>
          </p:nvSpPr>
          <p:spPr>
            <a:xfrm>
              <a:off x="8886825" y="2329657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134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Gearhart, Colton Rae</dc:creator>
  <cp:lastModifiedBy>Colton Gearhart</cp:lastModifiedBy>
  <cp:revision>5</cp:revision>
  <dcterms:created xsi:type="dcterms:W3CDTF">2023-08-09T00:30:28Z</dcterms:created>
  <dcterms:modified xsi:type="dcterms:W3CDTF">2023-08-10T20:16:34Z</dcterms:modified>
</cp:coreProperties>
</file>