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8"/>
    <p:restoredTop sz="94536"/>
  </p:normalViewPr>
  <p:slideViewPr>
    <p:cSldViewPr snapToGrid="0">
      <p:cViewPr varScale="1">
        <p:scale>
          <a:sx n="88" d="100"/>
          <a:sy n="88" d="100"/>
        </p:scale>
        <p:origin x="94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C6CDF0-ABC1-2124-3470-A60F30C7CA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81AAFB7-BDC2-2DCB-6190-091F9A9EDF5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50C6B2-A769-9AC8-D8F8-29A21FCB77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054691-B06D-B84F-8476-2BEB024CAA4E}" type="datetimeFigureOut">
              <a:rPr lang="en-US" smtClean="0"/>
              <a:t>8/27/23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06A077-B891-E254-231D-D0FE5341E6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CD0FE0-D5A0-6EBD-31DA-8FAD960093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1B2D50-9D64-DF4F-91EF-22A62B99A4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00623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6CEE97-0571-2868-627F-23F957477D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FD1AC4-9EEB-96CB-63A9-4E29B7CA7E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7D8F74-B41F-353B-494C-9D32CBECD3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054691-B06D-B84F-8476-2BEB024CAA4E}" type="datetimeFigureOut">
              <a:rPr lang="en-US" smtClean="0"/>
              <a:t>8/27/23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7D6131-6465-7726-5232-A334DCCE69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EB32CA-522B-196D-AC8F-565F4ADF59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1B2D50-9D64-DF4F-91EF-22A62B99A4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83157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4C0A37-9114-497D-051A-8C88C10EAD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106ADF-543E-8B3A-323B-E1C976FCE6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CB7CD9-D670-C579-6F52-37305648F2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054691-B06D-B84F-8476-2BEB024CAA4E}" type="datetimeFigureOut">
              <a:rPr lang="en-US" smtClean="0"/>
              <a:t>8/27/23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AD6E74-3AF5-F571-89AB-BB43EF8CB6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385E73-A1CE-FF3E-BF2E-A939C22D59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1B2D50-9D64-DF4F-91EF-22A62B99A4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1334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6C2226-3657-8D17-CFA1-AD913E97AC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8DE00E-EE24-2514-CB7F-7D5CCBC92CD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F8CC699-8AD6-B82D-FA78-16E7920A58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CC99BF-D5BA-FBBB-0A6B-FD2AAFED63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054691-B06D-B84F-8476-2BEB024CAA4E}" type="datetimeFigureOut">
              <a:rPr lang="en-US" smtClean="0"/>
              <a:t>8/27/23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AB2784-9C84-C149-64AB-B08B011D69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4B16F7-F142-527E-66A9-AA92B4315D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1B2D50-9D64-DF4F-91EF-22A62B99A4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67951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2DE596-E575-83C7-BB61-BA2565E99C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83A24E-05FC-3D9F-10C0-3FA4A14DF8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853FF1C-3223-54DC-A79E-19DD9AADC9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4BDD90F-3D4F-7DBF-2AE7-FBC988D8DE7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8EB06BE-A556-BAB4-F6E9-C20B3C28CD9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18E6C1A-ACDA-DD8E-2AD0-DB2E388B32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054691-B06D-B84F-8476-2BEB024CAA4E}" type="datetimeFigureOut">
              <a:rPr lang="en-US" smtClean="0"/>
              <a:t>8/27/23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B482961-5B5E-ED6F-9571-D388AEE276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919D41A-E576-0B78-0528-A3385CD2CD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1B2D50-9D64-DF4F-91EF-22A62B99A4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69535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905720-2AF2-1E68-5CD1-3562F29444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D559E55-430F-FDCF-4181-584BFE4A0A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054691-B06D-B84F-8476-2BEB024CAA4E}" type="datetimeFigureOut">
              <a:rPr lang="en-US" smtClean="0"/>
              <a:t>8/27/23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0C5E444-5843-105C-C6CF-1F9C24B1A5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6138A4-785C-B1D9-A0C0-E45FE5F385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1B2D50-9D64-DF4F-91EF-22A62B99A4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27035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BB2AC7C-1036-57CF-4210-D16B265E07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054691-B06D-B84F-8476-2BEB024CAA4E}" type="datetimeFigureOut">
              <a:rPr lang="en-US" smtClean="0"/>
              <a:t>8/27/23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733DFBF-A6FC-DF60-8A02-3B9BE3D47E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EFD91E-9643-A14A-2B6C-83618C6F28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1B2D50-9D64-DF4F-91EF-22A62B99A4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12916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97CB34-0034-0241-010B-497436EE68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FC5EC8-B594-239F-8645-10AF3E1C80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400A6A3-596D-F326-B2A9-C3B977989B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C84559-2623-9D81-94DB-9ED95DA5FA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054691-B06D-B84F-8476-2BEB024CAA4E}" type="datetimeFigureOut">
              <a:rPr lang="en-US" smtClean="0"/>
              <a:t>8/27/23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5BF1C2-63FB-2B0C-41A8-48AFC913D9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E57411-8317-6099-06AF-C07B5C711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1B2D50-9D64-DF4F-91EF-22A62B99A4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4542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C03908-6347-A1F3-397F-4F2E277F1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D3DE850-4E01-53A6-B545-025AE5FF38F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DA0B4F4-62C3-94CA-2F91-AA5FB91DEC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CF719D-77F1-3703-C181-B1939704E9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054691-B06D-B84F-8476-2BEB024CAA4E}" type="datetimeFigureOut">
              <a:rPr lang="en-US" smtClean="0"/>
              <a:t>8/27/23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FE564A-CBF3-59AC-F7EA-9A92048330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123140-4880-B40E-EE80-40C7B23740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1B2D50-9D64-DF4F-91EF-22A62B99A4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71525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B31219-5EB9-FB6E-1FE9-54BCDD0B93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7A69202-E18F-3F30-5C4A-C9A36465F5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A00BC3-0FAF-D0FB-385F-DCCD5C5978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054691-B06D-B84F-8476-2BEB024CAA4E}" type="datetimeFigureOut">
              <a:rPr lang="en-US" smtClean="0"/>
              <a:t>8/27/23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8FE59E-8F4F-1A17-2594-8BE267672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46BCE1-5BA2-A6FB-D27A-AB4961779F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1B2D50-9D64-DF4F-91EF-22A62B99A4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33709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42B5B7A-6233-678D-DAC0-6AA0BD98DC0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B998347-782E-3338-6A9A-D90BFA68BD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499D71-89B3-DDB7-0AEC-68009B7C81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054691-B06D-B84F-8476-2BEB024CAA4E}" type="datetimeFigureOut">
              <a:rPr lang="en-US" smtClean="0"/>
              <a:t>8/27/23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559BEC-83CA-6D83-71CC-E4463C1137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1F60BD-9ABE-F36C-E246-233082203D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1B2D50-9D64-DF4F-91EF-22A62B99A4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42103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7973CDC-4105-8C29-BC05-76CDFFF75A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DB64CE-F44B-D4F8-846C-C0D0133979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A00C45-C901-0297-5266-C6B9C62486F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0054691-B06D-B84F-8476-2BEB024CAA4E}" type="datetimeFigureOut">
              <a:rPr lang="en-US" smtClean="0"/>
              <a:t>8/27/23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8F4EFA-CF7E-750A-1CA8-F2E93937BF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258EAD-FB4D-7B38-9882-E8B02009F9C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1B2D50-9D64-DF4F-91EF-22A62B99A4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84569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437E63DD-0417-5623-6CA5-9CD6CE04EC89}"/>
              </a:ext>
            </a:extLst>
          </p:cNvPr>
          <p:cNvGrpSpPr/>
          <p:nvPr/>
        </p:nvGrpSpPr>
        <p:grpSpPr>
          <a:xfrm>
            <a:off x="2266928" y="2394857"/>
            <a:ext cx="8521741" cy="3521529"/>
            <a:chOff x="2266928" y="2394857"/>
            <a:chExt cx="8521741" cy="3521529"/>
          </a:xfrm>
        </p:grpSpPr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E4FB778C-10DE-0B01-8AE6-AD817660FF7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266928" y="2907954"/>
              <a:ext cx="8521741" cy="3008432"/>
            </a:xfrm>
            <a:prstGeom prst="rect">
              <a:avLst/>
            </a:prstGeom>
          </p:spPr>
        </p:pic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63187880-DA2F-2604-A16F-50AF811B6618}"/>
                </a:ext>
              </a:extLst>
            </p:cNvPr>
            <p:cNvSpPr txBox="1"/>
            <p:nvPr/>
          </p:nvSpPr>
          <p:spPr>
            <a:xfrm>
              <a:off x="3788228" y="2394857"/>
              <a:ext cx="86761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u="sng" dirty="0"/>
                <a:t>Stage 1</a:t>
              </a: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318D4A08-0C89-38E3-3646-39AF839F0988}"/>
                </a:ext>
              </a:extLst>
            </p:cNvPr>
            <p:cNvSpPr txBox="1"/>
            <p:nvPr/>
          </p:nvSpPr>
          <p:spPr>
            <a:xfrm>
              <a:off x="5914571" y="2394857"/>
              <a:ext cx="86761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u="sng" dirty="0"/>
                <a:t>Stage 2</a:t>
              </a: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E8FA4108-BE39-AC5A-542A-30722CB6750B}"/>
                </a:ext>
              </a:extLst>
            </p:cNvPr>
            <p:cNvSpPr txBox="1"/>
            <p:nvPr/>
          </p:nvSpPr>
          <p:spPr>
            <a:xfrm>
              <a:off x="7536164" y="2394857"/>
              <a:ext cx="252139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u="sng" dirty="0"/>
                <a:t>Probability and Outcome</a:t>
              </a:r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87C9E476-1AA3-9B42-394C-4A5FE4592827}"/>
              </a:ext>
            </a:extLst>
          </p:cNvPr>
          <p:cNvSpPr txBox="1"/>
          <p:nvPr/>
        </p:nvSpPr>
        <p:spPr>
          <a:xfrm>
            <a:off x="6740597" y="2720646"/>
            <a:ext cx="8371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u="sng" dirty="0"/>
              <a:t>Branch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BBB66295-EFBB-3F1A-35A5-E85234856C67}"/>
              </a:ext>
            </a:extLst>
          </p:cNvPr>
          <p:cNvGrpSpPr/>
          <p:nvPr/>
        </p:nvGrpSpPr>
        <p:grpSpPr>
          <a:xfrm>
            <a:off x="7028855" y="3092620"/>
            <a:ext cx="301685" cy="365760"/>
            <a:chOff x="7649860" y="1287808"/>
            <a:chExt cx="301685" cy="369332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9C39ADE7-F458-6C98-5A8A-EF3190E5DD72}"/>
                </a:ext>
              </a:extLst>
            </p:cNvPr>
            <p:cNvSpPr txBox="1"/>
            <p:nvPr/>
          </p:nvSpPr>
          <p:spPr>
            <a:xfrm flipH="1">
              <a:off x="7649860" y="1287808"/>
              <a:ext cx="30168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1</a:t>
              </a:r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4231D8F5-E4D3-16D2-89D2-58F9CD11C17C}"/>
                </a:ext>
              </a:extLst>
            </p:cNvPr>
            <p:cNvSpPr/>
            <p:nvPr/>
          </p:nvSpPr>
          <p:spPr>
            <a:xfrm>
              <a:off x="7663543" y="1335314"/>
              <a:ext cx="274320" cy="27432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236072ED-259D-7D38-02F4-ADB09605ACD1}"/>
              </a:ext>
            </a:extLst>
          </p:cNvPr>
          <p:cNvGrpSpPr/>
          <p:nvPr/>
        </p:nvGrpSpPr>
        <p:grpSpPr>
          <a:xfrm>
            <a:off x="7028855" y="3859284"/>
            <a:ext cx="301685" cy="365760"/>
            <a:chOff x="7649860" y="1287808"/>
            <a:chExt cx="301685" cy="369332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9E2D43C6-BC1C-7996-E7F5-85FCCB4B7D41}"/>
                </a:ext>
              </a:extLst>
            </p:cNvPr>
            <p:cNvSpPr txBox="1"/>
            <p:nvPr/>
          </p:nvSpPr>
          <p:spPr>
            <a:xfrm flipH="1">
              <a:off x="7649860" y="1287808"/>
              <a:ext cx="30168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2</a:t>
              </a:r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001BEDD4-6F3A-A4D8-2030-4353E609DF6D}"/>
                </a:ext>
              </a:extLst>
            </p:cNvPr>
            <p:cNvSpPr/>
            <p:nvPr/>
          </p:nvSpPr>
          <p:spPr>
            <a:xfrm>
              <a:off x="7663543" y="1335314"/>
              <a:ext cx="274320" cy="27432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1040A4B7-AC48-7C2C-4CC1-D758C5B41C39}"/>
              </a:ext>
            </a:extLst>
          </p:cNvPr>
          <p:cNvGrpSpPr/>
          <p:nvPr/>
        </p:nvGrpSpPr>
        <p:grpSpPr>
          <a:xfrm>
            <a:off x="7028855" y="4625948"/>
            <a:ext cx="301685" cy="365760"/>
            <a:chOff x="7649860" y="1287808"/>
            <a:chExt cx="301685" cy="369332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01B9F0CC-92E5-3A21-4FE7-31F9D8B99459}"/>
                </a:ext>
              </a:extLst>
            </p:cNvPr>
            <p:cNvSpPr txBox="1"/>
            <p:nvPr/>
          </p:nvSpPr>
          <p:spPr>
            <a:xfrm flipH="1">
              <a:off x="7649860" y="1287808"/>
              <a:ext cx="30168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3</a:t>
              </a:r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BCBB5DB4-679E-43D0-BB50-74BF64206DE2}"/>
                </a:ext>
              </a:extLst>
            </p:cNvPr>
            <p:cNvSpPr/>
            <p:nvPr/>
          </p:nvSpPr>
          <p:spPr>
            <a:xfrm>
              <a:off x="7663543" y="1335314"/>
              <a:ext cx="274320" cy="27432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78C17136-72B5-A347-B77A-28DFD2E12BD0}"/>
              </a:ext>
            </a:extLst>
          </p:cNvPr>
          <p:cNvGrpSpPr/>
          <p:nvPr/>
        </p:nvGrpSpPr>
        <p:grpSpPr>
          <a:xfrm>
            <a:off x="7028855" y="5392611"/>
            <a:ext cx="301685" cy="365760"/>
            <a:chOff x="7649860" y="1287808"/>
            <a:chExt cx="301685" cy="369332"/>
          </a:xfrm>
        </p:grpSpPr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E1F44EFF-C37B-6788-5013-CCCB543DDAE6}"/>
                </a:ext>
              </a:extLst>
            </p:cNvPr>
            <p:cNvSpPr txBox="1"/>
            <p:nvPr/>
          </p:nvSpPr>
          <p:spPr>
            <a:xfrm flipH="1">
              <a:off x="7649860" y="1287808"/>
              <a:ext cx="30168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4</a:t>
              </a:r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210AFE82-8F46-F7C6-9723-B8E329D4A128}"/>
                </a:ext>
              </a:extLst>
            </p:cNvPr>
            <p:cNvSpPr/>
            <p:nvPr/>
          </p:nvSpPr>
          <p:spPr>
            <a:xfrm>
              <a:off x="7663543" y="1335314"/>
              <a:ext cx="274320" cy="27432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0513444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3726331B-371F-703F-87DF-FDC41735EC25}"/>
              </a:ext>
            </a:extLst>
          </p:cNvPr>
          <p:cNvGrpSpPr/>
          <p:nvPr/>
        </p:nvGrpSpPr>
        <p:grpSpPr>
          <a:xfrm>
            <a:off x="1043339" y="1088571"/>
            <a:ext cx="3431481" cy="4641642"/>
            <a:chOff x="2960914" y="1088571"/>
            <a:chExt cx="3431481" cy="4641642"/>
          </a:xfrm>
        </p:grpSpPr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A877B1D1-B68D-49F9-1943-B945E0B4CF85}"/>
                </a:ext>
              </a:extLst>
            </p:cNvPr>
            <p:cNvGrpSpPr/>
            <p:nvPr/>
          </p:nvGrpSpPr>
          <p:grpSpPr>
            <a:xfrm>
              <a:off x="2960914" y="1535276"/>
              <a:ext cx="3320394" cy="4194937"/>
              <a:chOff x="2960914" y="896648"/>
              <a:chExt cx="3320394" cy="4194937"/>
            </a:xfrm>
          </p:grpSpPr>
          <p:grpSp>
            <p:nvGrpSpPr>
              <p:cNvPr id="9" name="Group 8">
                <a:extLst>
                  <a:ext uri="{FF2B5EF4-FFF2-40B4-BE49-F238E27FC236}">
                    <a16:creationId xmlns:a16="http://schemas.microsoft.com/office/drawing/2014/main" id="{3BA6BD20-C353-EA17-E0E6-2F9FAFD4DEE7}"/>
                  </a:ext>
                </a:extLst>
              </p:cNvPr>
              <p:cNvGrpSpPr/>
              <p:nvPr/>
            </p:nvGrpSpPr>
            <p:grpSpPr>
              <a:xfrm>
                <a:off x="2960914" y="2075543"/>
                <a:ext cx="1074057" cy="1739536"/>
                <a:chOff x="2960914" y="2075543"/>
                <a:chExt cx="1074057" cy="1739536"/>
              </a:xfrm>
            </p:grpSpPr>
            <p:cxnSp>
              <p:nvCxnSpPr>
                <p:cNvPr id="5" name="Straight Arrow Connector 4">
                  <a:extLst>
                    <a:ext uri="{FF2B5EF4-FFF2-40B4-BE49-F238E27FC236}">
                      <a16:creationId xmlns:a16="http://schemas.microsoft.com/office/drawing/2014/main" id="{A875B806-A057-6BA8-4BBB-F9A313541863}"/>
                    </a:ext>
                  </a:extLst>
                </p:cNvPr>
                <p:cNvCxnSpPr/>
                <p:nvPr/>
              </p:nvCxnSpPr>
              <p:spPr>
                <a:xfrm flipV="1">
                  <a:off x="2960914" y="2075543"/>
                  <a:ext cx="1074057" cy="870857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6" name="Straight Arrow Connector 5">
                  <a:extLst>
                    <a:ext uri="{FF2B5EF4-FFF2-40B4-BE49-F238E27FC236}">
                      <a16:creationId xmlns:a16="http://schemas.microsoft.com/office/drawing/2014/main" id="{ABB5BBEC-FB96-73BD-2055-0354608BDFA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960914" y="2946399"/>
                  <a:ext cx="1074057" cy="868680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0" name="Group 9">
                <a:extLst>
                  <a:ext uri="{FF2B5EF4-FFF2-40B4-BE49-F238E27FC236}">
                    <a16:creationId xmlns:a16="http://schemas.microsoft.com/office/drawing/2014/main" id="{99A8229C-07D9-FC29-48CA-A41D0C2E2614}"/>
                  </a:ext>
                </a:extLst>
              </p:cNvPr>
              <p:cNvGrpSpPr/>
              <p:nvPr/>
            </p:nvGrpSpPr>
            <p:grpSpPr>
              <a:xfrm>
                <a:off x="4724400" y="1081314"/>
                <a:ext cx="1074057" cy="1739536"/>
                <a:chOff x="2960914" y="2075543"/>
                <a:chExt cx="1074057" cy="1739536"/>
              </a:xfrm>
            </p:grpSpPr>
            <p:cxnSp>
              <p:nvCxnSpPr>
                <p:cNvPr id="11" name="Straight Arrow Connector 10">
                  <a:extLst>
                    <a:ext uri="{FF2B5EF4-FFF2-40B4-BE49-F238E27FC236}">
                      <a16:creationId xmlns:a16="http://schemas.microsoft.com/office/drawing/2014/main" id="{4A2E9929-73A2-A0E0-293A-D80ABCBD329F}"/>
                    </a:ext>
                  </a:extLst>
                </p:cNvPr>
                <p:cNvCxnSpPr/>
                <p:nvPr/>
              </p:nvCxnSpPr>
              <p:spPr>
                <a:xfrm flipV="1">
                  <a:off x="2960914" y="2075543"/>
                  <a:ext cx="1074057" cy="870857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2" name="Straight Arrow Connector 11">
                  <a:extLst>
                    <a:ext uri="{FF2B5EF4-FFF2-40B4-BE49-F238E27FC236}">
                      <a16:creationId xmlns:a16="http://schemas.microsoft.com/office/drawing/2014/main" id="{051B4ADE-30B0-2061-F5C1-A5A9543BB8B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960914" y="2946399"/>
                  <a:ext cx="1074057" cy="868680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3" name="Group 12">
                <a:extLst>
                  <a:ext uri="{FF2B5EF4-FFF2-40B4-BE49-F238E27FC236}">
                    <a16:creationId xmlns:a16="http://schemas.microsoft.com/office/drawing/2014/main" id="{18E35A14-0FBE-49D5-AA3E-2A622334ED41}"/>
                  </a:ext>
                </a:extLst>
              </p:cNvPr>
              <p:cNvGrpSpPr/>
              <p:nvPr/>
            </p:nvGrpSpPr>
            <p:grpSpPr>
              <a:xfrm>
                <a:off x="4717142" y="3167383"/>
                <a:ext cx="1074057" cy="1739536"/>
                <a:chOff x="2960914" y="2075543"/>
                <a:chExt cx="1074057" cy="1739536"/>
              </a:xfrm>
            </p:grpSpPr>
            <p:cxnSp>
              <p:nvCxnSpPr>
                <p:cNvPr id="14" name="Straight Arrow Connector 13">
                  <a:extLst>
                    <a:ext uri="{FF2B5EF4-FFF2-40B4-BE49-F238E27FC236}">
                      <a16:creationId xmlns:a16="http://schemas.microsoft.com/office/drawing/2014/main" id="{B3CA063B-1A1D-7642-75AD-B587D2E8C703}"/>
                    </a:ext>
                  </a:extLst>
                </p:cNvPr>
                <p:cNvCxnSpPr/>
                <p:nvPr/>
              </p:nvCxnSpPr>
              <p:spPr>
                <a:xfrm flipV="1">
                  <a:off x="2960914" y="2075543"/>
                  <a:ext cx="1074057" cy="870857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5" name="Straight Arrow Connector 14">
                  <a:extLst>
                    <a:ext uri="{FF2B5EF4-FFF2-40B4-BE49-F238E27FC236}">
                      <a16:creationId xmlns:a16="http://schemas.microsoft.com/office/drawing/2014/main" id="{2A24F8AF-2475-2EF7-FB40-F3D66562890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960914" y="2946399"/>
                  <a:ext cx="1074057" cy="868680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F5D18B24-5359-017F-F763-1DED6D4FA522}"/>
                  </a:ext>
                </a:extLst>
              </p:cNvPr>
              <p:cNvSpPr txBox="1"/>
              <p:nvPr/>
            </p:nvSpPr>
            <p:spPr>
              <a:xfrm>
                <a:off x="4216018" y="1890877"/>
                <a:ext cx="32733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i="1" dirty="0"/>
                  <a:t>D</a:t>
                </a:r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9F6A2F30-5BA5-6BB6-74BF-93F5DD1D9DC7}"/>
                  </a:ext>
                </a:extLst>
              </p:cNvPr>
              <p:cNvSpPr txBox="1"/>
              <p:nvPr/>
            </p:nvSpPr>
            <p:spPr>
              <a:xfrm>
                <a:off x="4158310" y="3743657"/>
                <a:ext cx="44275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i="1" dirty="0"/>
                  <a:t>~D</a:t>
                </a:r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EC9FB2B6-85CD-C37C-5C10-9A82C0D327B0}"/>
                  </a:ext>
                </a:extLst>
              </p:cNvPr>
              <p:cNvSpPr txBox="1"/>
              <p:nvPr/>
            </p:nvSpPr>
            <p:spPr>
              <a:xfrm>
                <a:off x="5947562" y="896648"/>
                <a:ext cx="29687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i="1" dirty="0"/>
                  <a:t>Y</a:t>
                </a:r>
              </a:p>
            </p:txBody>
          </p: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B988948A-C7A5-744D-E6F4-8EE73EDDB438}"/>
                  </a:ext>
                </a:extLst>
              </p:cNvPr>
              <p:cNvSpPr txBox="1"/>
              <p:nvPr/>
            </p:nvSpPr>
            <p:spPr>
              <a:xfrm>
                <a:off x="5831448" y="4722253"/>
                <a:ext cx="33374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i="1" dirty="0"/>
                  <a:t>N</a:t>
                </a:r>
              </a:p>
            </p:txBody>
          </p: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61AA875D-E271-20CB-1760-696AA0ED7770}"/>
                  </a:ext>
                </a:extLst>
              </p:cNvPr>
              <p:cNvSpPr txBox="1"/>
              <p:nvPr/>
            </p:nvSpPr>
            <p:spPr>
              <a:xfrm>
                <a:off x="5947562" y="2982717"/>
                <a:ext cx="29687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i="1" dirty="0"/>
                  <a:t>Y</a:t>
                </a:r>
              </a:p>
            </p:txBody>
          </p:sp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C7F42B42-CAE2-A7A1-B390-C944B98C845E}"/>
                  </a:ext>
                </a:extLst>
              </p:cNvPr>
              <p:cNvSpPr txBox="1"/>
              <p:nvPr/>
            </p:nvSpPr>
            <p:spPr>
              <a:xfrm>
                <a:off x="5947562" y="2558533"/>
                <a:ext cx="33374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i="1" dirty="0"/>
                  <a:t>N</a:t>
                </a:r>
              </a:p>
            </p:txBody>
          </p:sp>
        </p:grpSp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F5369953-801A-5668-C9AE-C8B300E6A3A1}"/>
                </a:ext>
              </a:extLst>
            </p:cNvPr>
            <p:cNvSpPr txBox="1"/>
            <p:nvPr/>
          </p:nvSpPr>
          <p:spPr>
            <a:xfrm>
              <a:off x="3929080" y="1088571"/>
              <a:ext cx="90120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u="sng" dirty="0"/>
                <a:t>Disease</a:t>
              </a:r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830DCF0F-015C-95A7-6BCF-4945B1243681}"/>
                </a:ext>
              </a:extLst>
            </p:cNvPr>
            <p:cNvSpPr txBox="1"/>
            <p:nvPr/>
          </p:nvSpPr>
          <p:spPr>
            <a:xfrm>
              <a:off x="5836474" y="1088571"/>
              <a:ext cx="55592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u="sng" dirty="0"/>
                <a:t>Test</a:t>
              </a:r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D5680825-ACB6-474C-A3C6-132C5F5BC1CF}"/>
              </a:ext>
            </a:extLst>
          </p:cNvPr>
          <p:cNvGrpSpPr/>
          <p:nvPr/>
        </p:nvGrpSpPr>
        <p:grpSpPr>
          <a:xfrm>
            <a:off x="6400801" y="1357924"/>
            <a:ext cx="837152" cy="4372288"/>
            <a:chOff x="8641143" y="1760199"/>
            <a:chExt cx="837152" cy="4372288"/>
          </a:xfrm>
        </p:grpSpPr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7AD6830B-1658-CB98-DCC1-3C62D3F2E0FB}"/>
                </a:ext>
              </a:extLst>
            </p:cNvPr>
            <p:cNvSpPr txBox="1"/>
            <p:nvPr/>
          </p:nvSpPr>
          <p:spPr>
            <a:xfrm>
              <a:off x="8641143" y="1760199"/>
              <a:ext cx="83715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u="sng" dirty="0"/>
                <a:t>Branch</a:t>
              </a:r>
            </a:p>
          </p:txBody>
        </p: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A93A7FE8-CA9E-F86D-3E68-4FE3F62C915F}"/>
                </a:ext>
              </a:extLst>
            </p:cNvPr>
            <p:cNvGrpSpPr/>
            <p:nvPr/>
          </p:nvGrpSpPr>
          <p:grpSpPr>
            <a:xfrm>
              <a:off x="8929401" y="2132173"/>
              <a:ext cx="301685" cy="365760"/>
              <a:chOff x="7649860" y="1287808"/>
              <a:chExt cx="301685" cy="369332"/>
            </a:xfrm>
          </p:grpSpPr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701BBF87-1F06-D1DC-2BEB-893C53D0E486}"/>
                  </a:ext>
                </a:extLst>
              </p:cNvPr>
              <p:cNvSpPr txBox="1"/>
              <p:nvPr/>
            </p:nvSpPr>
            <p:spPr>
              <a:xfrm flipH="1">
                <a:off x="7649860" y="1287808"/>
                <a:ext cx="30168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1</a:t>
                </a:r>
              </a:p>
            </p:txBody>
          </p:sp>
          <p:sp>
            <p:nvSpPr>
              <p:cNvPr id="29" name="Oval 28">
                <a:extLst>
                  <a:ext uri="{FF2B5EF4-FFF2-40B4-BE49-F238E27FC236}">
                    <a16:creationId xmlns:a16="http://schemas.microsoft.com/office/drawing/2014/main" id="{CC597278-7AFF-C96B-8526-653E4D903F43}"/>
                  </a:ext>
                </a:extLst>
              </p:cNvPr>
              <p:cNvSpPr/>
              <p:nvPr/>
            </p:nvSpPr>
            <p:spPr>
              <a:xfrm>
                <a:off x="7663543" y="1335314"/>
                <a:ext cx="274320" cy="27432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831F5819-49BC-36F9-AC4E-50D0BBABF6A2}"/>
                </a:ext>
              </a:extLst>
            </p:cNvPr>
            <p:cNvGrpSpPr/>
            <p:nvPr/>
          </p:nvGrpSpPr>
          <p:grpSpPr>
            <a:xfrm>
              <a:off x="8943084" y="3374643"/>
              <a:ext cx="301685" cy="365760"/>
              <a:chOff x="7663543" y="1768261"/>
              <a:chExt cx="301685" cy="369332"/>
            </a:xfrm>
          </p:grpSpPr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2AED68F8-DDB2-F98F-34FD-01357546DEAB}"/>
                  </a:ext>
                </a:extLst>
              </p:cNvPr>
              <p:cNvSpPr txBox="1"/>
              <p:nvPr/>
            </p:nvSpPr>
            <p:spPr>
              <a:xfrm flipH="1">
                <a:off x="7663543" y="1768261"/>
                <a:ext cx="30168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2</a:t>
                </a:r>
              </a:p>
            </p:txBody>
          </p:sp>
          <p:sp>
            <p:nvSpPr>
              <p:cNvPr id="32" name="Oval 31">
                <a:extLst>
                  <a:ext uri="{FF2B5EF4-FFF2-40B4-BE49-F238E27FC236}">
                    <a16:creationId xmlns:a16="http://schemas.microsoft.com/office/drawing/2014/main" id="{9CA2B33A-5AF1-7DE9-8207-10313B81647B}"/>
                  </a:ext>
                </a:extLst>
              </p:cNvPr>
              <p:cNvSpPr/>
              <p:nvPr/>
            </p:nvSpPr>
            <p:spPr>
              <a:xfrm>
                <a:off x="7677225" y="1818435"/>
                <a:ext cx="274320" cy="27432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0B6E5F31-937B-926F-A75B-B6026882E4E9}"/>
                </a:ext>
              </a:extLst>
            </p:cNvPr>
            <p:cNvGrpSpPr/>
            <p:nvPr/>
          </p:nvGrpSpPr>
          <p:grpSpPr>
            <a:xfrm>
              <a:off x="8943084" y="4223528"/>
              <a:ext cx="301685" cy="365760"/>
              <a:chOff x="7663543" y="1851285"/>
              <a:chExt cx="301685" cy="369332"/>
            </a:xfrm>
          </p:grpSpPr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1CB4BBD8-594F-CB57-22B8-9A504E6CECC7}"/>
                  </a:ext>
                </a:extLst>
              </p:cNvPr>
              <p:cNvSpPr txBox="1"/>
              <p:nvPr/>
            </p:nvSpPr>
            <p:spPr>
              <a:xfrm flipH="1">
                <a:off x="7663543" y="1851285"/>
                <a:ext cx="30168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3</a:t>
                </a:r>
              </a:p>
            </p:txBody>
          </p:sp>
          <p:sp>
            <p:nvSpPr>
              <p:cNvPr id="35" name="Oval 34">
                <a:extLst>
                  <a:ext uri="{FF2B5EF4-FFF2-40B4-BE49-F238E27FC236}">
                    <a16:creationId xmlns:a16="http://schemas.microsoft.com/office/drawing/2014/main" id="{BF3C0AA9-3587-CCAB-32FD-ADB4EEBAD067}"/>
                  </a:ext>
                </a:extLst>
              </p:cNvPr>
              <p:cNvSpPr/>
              <p:nvPr/>
            </p:nvSpPr>
            <p:spPr>
              <a:xfrm>
                <a:off x="7677225" y="1907568"/>
                <a:ext cx="274320" cy="27432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F559D4DC-F42C-6E8B-3EE8-8D61982AA0E3}"/>
                </a:ext>
              </a:extLst>
            </p:cNvPr>
            <p:cNvGrpSpPr/>
            <p:nvPr/>
          </p:nvGrpSpPr>
          <p:grpSpPr>
            <a:xfrm>
              <a:off x="8943084" y="5766727"/>
              <a:ext cx="301685" cy="365760"/>
              <a:chOff x="7663543" y="2635405"/>
              <a:chExt cx="301685" cy="369332"/>
            </a:xfrm>
          </p:grpSpPr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705C824D-A81E-0BF7-A149-DFA57C152DD4}"/>
                  </a:ext>
                </a:extLst>
              </p:cNvPr>
              <p:cNvSpPr txBox="1"/>
              <p:nvPr/>
            </p:nvSpPr>
            <p:spPr>
              <a:xfrm flipH="1">
                <a:off x="7663543" y="2635405"/>
                <a:ext cx="30168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4</a:t>
                </a:r>
              </a:p>
            </p:txBody>
          </p:sp>
          <p:sp>
            <p:nvSpPr>
              <p:cNvPr id="38" name="Oval 37">
                <a:extLst>
                  <a:ext uri="{FF2B5EF4-FFF2-40B4-BE49-F238E27FC236}">
                    <a16:creationId xmlns:a16="http://schemas.microsoft.com/office/drawing/2014/main" id="{17638BE6-1C44-0344-83D1-A386BF1B698C}"/>
                  </a:ext>
                </a:extLst>
              </p:cNvPr>
              <p:cNvSpPr/>
              <p:nvPr/>
            </p:nvSpPr>
            <p:spPr>
              <a:xfrm>
                <a:off x="7677225" y="2681108"/>
                <a:ext cx="274320" cy="27432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40" name="TextBox 39">
            <a:extLst>
              <a:ext uri="{FF2B5EF4-FFF2-40B4-BE49-F238E27FC236}">
                <a16:creationId xmlns:a16="http://schemas.microsoft.com/office/drawing/2014/main" id="{56D26BBE-951B-77D0-222D-9848FCB672CA}"/>
              </a:ext>
            </a:extLst>
          </p:cNvPr>
          <p:cNvSpPr txBox="1"/>
          <p:nvPr/>
        </p:nvSpPr>
        <p:spPr>
          <a:xfrm>
            <a:off x="7680015" y="1088571"/>
            <a:ext cx="22569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u="sng" dirty="0"/>
              <a:t>Outcome / Probability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835EAADD-A682-8796-41BF-7881B1AE1644}"/>
              </a:ext>
            </a:extLst>
          </p:cNvPr>
          <p:cNvSpPr txBox="1"/>
          <p:nvPr/>
        </p:nvSpPr>
        <p:spPr>
          <a:xfrm>
            <a:off x="8084457" y="1654629"/>
            <a:ext cx="684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</a:t>
            </a:r>
            <a:r>
              <a:rPr lang="en-US" i="1" dirty="0"/>
              <a:t>D</a:t>
            </a:r>
            <a:r>
              <a:rPr lang="en-US" dirty="0"/>
              <a:t>,</a:t>
            </a:r>
            <a:r>
              <a:rPr lang="en-US" i="1" dirty="0"/>
              <a:t> Y</a:t>
            </a:r>
            <a:r>
              <a:rPr lang="en-US" dirty="0"/>
              <a:t>)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E2B59BC7-2055-0928-B7E0-5420E1BCCE04}"/>
              </a:ext>
            </a:extLst>
          </p:cNvPr>
          <p:cNvSpPr txBox="1"/>
          <p:nvPr/>
        </p:nvSpPr>
        <p:spPr>
          <a:xfrm>
            <a:off x="8084457" y="3074184"/>
            <a:ext cx="7280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</a:t>
            </a:r>
            <a:r>
              <a:rPr lang="en-US" i="1" dirty="0"/>
              <a:t>D</a:t>
            </a:r>
            <a:r>
              <a:rPr lang="en-US" dirty="0"/>
              <a:t>,</a:t>
            </a:r>
            <a:r>
              <a:rPr lang="en-US" i="1" dirty="0"/>
              <a:t> N</a:t>
            </a:r>
            <a:r>
              <a:rPr lang="en-US" dirty="0"/>
              <a:t>)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74D33B92-7C22-0AD7-03F0-910E038D8B62}"/>
              </a:ext>
            </a:extLst>
          </p:cNvPr>
          <p:cNvSpPr txBox="1"/>
          <p:nvPr/>
        </p:nvSpPr>
        <p:spPr>
          <a:xfrm>
            <a:off x="8084457" y="3821253"/>
            <a:ext cx="8066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(~</a:t>
            </a:r>
            <a:r>
              <a:rPr lang="en-US" i="1" dirty="0"/>
              <a:t>D</a:t>
            </a:r>
            <a:r>
              <a:rPr lang="en-US" dirty="0"/>
              <a:t>,</a:t>
            </a:r>
            <a:r>
              <a:rPr lang="en-US" i="1" dirty="0"/>
              <a:t> Y</a:t>
            </a:r>
            <a:r>
              <a:rPr lang="en-US" dirty="0"/>
              <a:t>)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2DCAB1A1-83DA-58EF-37D9-5706F1ED5912}"/>
              </a:ext>
            </a:extLst>
          </p:cNvPr>
          <p:cNvSpPr txBox="1"/>
          <p:nvPr/>
        </p:nvSpPr>
        <p:spPr>
          <a:xfrm>
            <a:off x="8072767" y="5360881"/>
            <a:ext cx="8435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(~</a:t>
            </a:r>
            <a:r>
              <a:rPr lang="en-US" i="1" dirty="0"/>
              <a:t>D</a:t>
            </a:r>
            <a:r>
              <a:rPr lang="en-US" dirty="0"/>
              <a:t>,</a:t>
            </a:r>
            <a:r>
              <a:rPr lang="en-US" i="1" dirty="0"/>
              <a:t> N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6915680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49</Words>
  <Application>Microsoft Macintosh PowerPoint</Application>
  <PresentationFormat>Widescreen</PresentationFormat>
  <Paragraphs>26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Gearhart, Colton Rae</dc:creator>
  <cp:lastModifiedBy>Gearhart, Colton Rae</cp:lastModifiedBy>
  <cp:revision>12</cp:revision>
  <dcterms:created xsi:type="dcterms:W3CDTF">2023-08-09T00:30:28Z</dcterms:created>
  <dcterms:modified xsi:type="dcterms:W3CDTF">2023-08-27T14:22:15Z</dcterms:modified>
</cp:coreProperties>
</file>