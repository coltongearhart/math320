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36"/>
  </p:normalViewPr>
  <p:slideViewPr>
    <p:cSldViewPr snapToGrid="0">
      <p:cViewPr varScale="1">
        <p:scale>
          <a:sx n="88" d="100"/>
          <a:sy n="88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DF0-ABC1-2124-3470-A60F30C7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AFB7-BDC2-2DCB-6190-091F9A9ED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0C6B2-A769-9AC8-D8F8-29A21FCB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A077-B891-E254-231D-D0FE5341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0FE0-D5A0-6EBD-31DA-8FAD96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E97-0571-2868-627F-23F9574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1AC4-9EEB-96CB-63A9-4E29B7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8F74-B41F-353B-494C-9D32CBEC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6131-6465-7726-5232-A334DCCE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32CA-522B-196D-AC8F-565F4AD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0A37-9114-497D-051A-8C88C10E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6ADF-543E-8B3A-323B-E1C976FC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7CD9-D670-C579-6F52-37305648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6E74-3AF5-F571-89AB-BB43EF8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5E73-A1CE-FF3E-BF2E-A939C22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3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2226-3657-8D17-CFA1-AD913E97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E00E-EE24-2514-CB7F-7D5CCBC9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C699-8AD6-B82D-FA78-16E7920A5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99BF-D5BA-FBBB-0A6B-FD2AAFE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B2784-9C84-C149-64AB-B08B011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B16F7-F142-527E-66A9-AA92B431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E596-E575-83C7-BB61-BA2565E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A24E-05FC-3D9F-10C0-3FA4A14D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3FF1C-3223-54DC-A79E-19DD9AAD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D90F-3D4F-7DBF-2AE7-FBC988D8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6BE-A556-BAB4-F6E9-C20B3C28C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E6C1A-ACDA-DD8E-2AD0-DB2E388B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2961-5B5E-ED6F-9571-D388AEE2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9D41A-E576-0B78-0528-A3385CD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720-2AF2-1E68-5CD1-3562F294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9E55-430F-FDCF-4181-584BFE4A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E444-5843-105C-C6CF-1F9C24B1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8A4-785C-B1D9-A0C0-E45FE5F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0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2AC7C-1036-57CF-4210-D16B265E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3DFBF-A6FC-DF60-8A02-3B9BE3D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D91E-9643-A14A-2B6C-83618C6F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9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CB34-0034-0241-010B-497436E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EC8-B594-239F-8645-10AF3E1C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A6A3-596D-F326-B2A9-C3B9779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4559-2623-9D81-94DB-9ED95DA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F1C2-63FB-2B0C-41A8-48AFC913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57411-8317-6099-06AF-C07B5C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908-6347-A1F3-397F-4F2E27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E850-4E01-53A6-B545-025AE5FF3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B4F4-62C3-94CA-2F91-AA5FB91D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719D-77F1-3703-C181-B1939704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564A-CBF3-59AC-F7EA-9A92048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3140-4880-B40E-EE80-40C7B237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1219-5EB9-FB6E-1FE9-54BCDD0B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9202-E18F-3F30-5C4A-C9A36465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BC3-0FAF-D0FB-385F-DCCD5C5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E59E-8F4F-1A17-2594-8BE2676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CE1-5BA2-A6FB-D27A-AB496177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B5B7A-6233-678D-DAC0-6AA0BD98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98347-782E-3338-6A9A-D90BFA6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D71-89B3-DDB7-0AEC-68009B7C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9BEC-83CA-6D83-71CC-E4463C1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0BD-9ABE-F36C-E246-2330822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3CDC-4105-8C29-BC05-76CDFFF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64CE-F44B-D4F8-846C-C0D013397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0C45-C901-0297-5266-C6B9C6248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4691-B06D-B84F-8476-2BEB024CAA4E}" type="datetimeFigureOut">
              <a:rPr lang="en-US" smtClean="0"/>
              <a:t>8/23/23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4EFA-CF7E-750A-1CA8-F2E93937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8EAD-FB4D-7B38-9882-E8B02009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1021A41-08BA-9AF9-F381-8ED8F3CCD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4" y="575128"/>
            <a:ext cx="4318000" cy="8509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37E63DD-0417-5623-6CA5-9CD6CE04EC89}"/>
              </a:ext>
            </a:extLst>
          </p:cNvPr>
          <p:cNvGrpSpPr/>
          <p:nvPr/>
        </p:nvGrpSpPr>
        <p:grpSpPr>
          <a:xfrm>
            <a:off x="2266928" y="2394857"/>
            <a:ext cx="8521741" cy="3521529"/>
            <a:chOff x="2266928" y="2394857"/>
            <a:chExt cx="8521741" cy="352152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FB778C-10DE-0B01-8AE6-AD817660F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6928" y="2907954"/>
              <a:ext cx="8521741" cy="300843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187880-DA2F-2604-A16F-50AF811B6618}"/>
                </a:ext>
              </a:extLst>
            </p:cNvPr>
            <p:cNvSpPr txBox="1"/>
            <p:nvPr/>
          </p:nvSpPr>
          <p:spPr>
            <a:xfrm>
              <a:off x="3788228" y="2394857"/>
              <a:ext cx="867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Stage 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8D4A08-0C89-38E3-3646-39AF839F0988}"/>
                </a:ext>
              </a:extLst>
            </p:cNvPr>
            <p:cNvSpPr txBox="1"/>
            <p:nvPr/>
          </p:nvSpPr>
          <p:spPr>
            <a:xfrm>
              <a:off x="5914571" y="2394857"/>
              <a:ext cx="867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Stage 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FA4108-BE39-AC5A-542A-30722CB6750B}"/>
                </a:ext>
              </a:extLst>
            </p:cNvPr>
            <p:cNvSpPr txBox="1"/>
            <p:nvPr/>
          </p:nvSpPr>
          <p:spPr>
            <a:xfrm>
              <a:off x="7536164" y="2394857"/>
              <a:ext cx="2521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Probability and Outcome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3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Rae</dc:creator>
  <cp:lastModifiedBy>Gearhart, Colton Rae</cp:lastModifiedBy>
  <cp:revision>7</cp:revision>
  <dcterms:created xsi:type="dcterms:W3CDTF">2023-08-09T00:30:28Z</dcterms:created>
  <dcterms:modified xsi:type="dcterms:W3CDTF">2023-08-23T20:01:11Z</dcterms:modified>
</cp:coreProperties>
</file>